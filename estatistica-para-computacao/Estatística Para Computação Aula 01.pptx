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7" r:id="rId3"/>
    <p:sldId id="258" r:id="rId4"/>
    <p:sldId id="259" r:id="rId5"/>
    <p:sldId id="271" r:id="rId6"/>
    <p:sldId id="276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8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9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8/1/2026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642090"/>
          </a:xfrm>
        </p:spPr>
        <p:txBody>
          <a:bodyPr/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Estatística Para Computação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7567864" y="4969043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Prof. Dr. Cahue Sbrana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5065516" y="4207043"/>
            <a:ext cx="20694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/>
              <a:t>Aula 01</a:t>
            </a: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2294984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Docente da Disciplina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92728" y="2438400"/>
            <a:ext cx="6206836" cy="3708401"/>
          </a:xfrm>
        </p:spPr>
        <p:txBody>
          <a:bodyPr>
            <a:normAutofit fontScale="85000" lnSpcReduction="10000"/>
          </a:bodyPr>
          <a:lstStyle/>
          <a:p>
            <a:r>
              <a:rPr lang="pt-BR" sz="3100" dirty="0"/>
              <a:t>Prof. Dr. Cahue Sbrana</a:t>
            </a:r>
          </a:p>
          <a:p>
            <a:r>
              <a:rPr lang="pt-BR" sz="3100" dirty="0"/>
              <a:t>Formação: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600" dirty="0"/>
              <a:t>Técnico em eletrônica.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600" dirty="0"/>
              <a:t>Engenheiro de Materiais – UFSCar.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600" dirty="0"/>
              <a:t>MBA Gestão Empresarial – FGV.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600" dirty="0"/>
              <a:t>Tecnologias Digitais Aplicadas ao Ensino – IFRJ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600" dirty="0"/>
              <a:t>Mestrado – CENA USP.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600" dirty="0"/>
              <a:t>Doutorado – CENA USP.</a:t>
            </a:r>
          </a:p>
        </p:txBody>
      </p:sp>
      <p:sp>
        <p:nvSpPr>
          <p:cNvPr id="4" name="Espaço Reservado para Conteúdo 2"/>
          <p:cNvSpPr txBox="1">
            <a:spLocks/>
          </p:cNvSpPr>
          <p:nvPr/>
        </p:nvSpPr>
        <p:spPr>
          <a:xfrm>
            <a:off x="6566575" y="2438401"/>
            <a:ext cx="4738734" cy="37084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/>
              <a:t>Experiência Profissional: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400" dirty="0"/>
              <a:t>Mineradora produção alumínio.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400" dirty="0"/>
              <a:t>Industria Embalagens Plástica.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400" dirty="0"/>
              <a:t>Industria Cerâmica.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400" dirty="0"/>
              <a:t>Usinas de cana, açúcar e etanol.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400" dirty="0"/>
              <a:t>Industria Sal Cisne.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400" dirty="0"/>
              <a:t>UVA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400" dirty="0"/>
              <a:t>UCP / IPETEC</a:t>
            </a:r>
          </a:p>
        </p:txBody>
      </p:sp>
    </p:spTree>
    <p:extLst>
      <p:ext uri="{BB962C8B-B14F-4D97-AF65-F5344CB8AC3E}">
        <p14:creationId xmlns:p14="http://schemas.microsoft.com/office/powerpoint/2010/main" val="4189410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Objetivos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Habilitar o estudante para a compreensão da base conceitual e metodológica da estatística requerida no planejamento, análise de dados e interpretação de resultados de pesquisa científica.</a:t>
            </a:r>
          </a:p>
        </p:txBody>
      </p:sp>
    </p:spTree>
    <p:extLst>
      <p:ext uri="{BB962C8B-B14F-4D97-AF65-F5344CB8AC3E}">
        <p14:creationId xmlns:p14="http://schemas.microsoft.com/office/powerpoint/2010/main" val="3092268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Ementa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06905" y="2454441"/>
            <a:ext cx="10299032" cy="3741821"/>
          </a:xfrm>
        </p:spPr>
        <p:txBody>
          <a:bodyPr>
            <a:normAutofit/>
          </a:bodyPr>
          <a:lstStyle/>
          <a:p>
            <a:r>
              <a:rPr lang="pt-BR" sz="2800" dirty="0"/>
              <a:t>Variáveis aleatórias: Variáveis aleatórias discretas, contínuas e mistas.</a:t>
            </a:r>
          </a:p>
          <a:p>
            <a:r>
              <a:rPr lang="pt-BR" sz="2800" dirty="0"/>
              <a:t>Distribuições: Uniforme, Exponencial e Normais.</a:t>
            </a:r>
          </a:p>
          <a:p>
            <a:r>
              <a:rPr lang="pt-BR" sz="2800" dirty="0"/>
              <a:t>Inferência estatística: Estimação, Intervalos de Confiança.</a:t>
            </a:r>
          </a:p>
          <a:p>
            <a:r>
              <a:rPr lang="pt-BR" sz="2800" dirty="0"/>
              <a:t>Teste de hipóteses: Construção de testes e etapas de teste de hipóteses. </a:t>
            </a:r>
          </a:p>
          <a:p>
            <a:r>
              <a:rPr lang="pt-BR" sz="2800" dirty="0"/>
              <a:t>Regressão linear: Regressão e Ajuste de dados.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48817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Bibliografias Recomendadas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2" y="2442412"/>
            <a:ext cx="9601196" cy="3826042"/>
          </a:xfrm>
        </p:spPr>
        <p:txBody>
          <a:bodyPr>
            <a:noAutofit/>
          </a:bodyPr>
          <a:lstStyle/>
          <a:p>
            <a:r>
              <a:rPr lang="pt-BR" dirty="0"/>
              <a:t>BUSSAB, Wilton O.; MORETTIN, Pedro A. Estatística básica. 6. ed. rev. e atual. São Paulo: Saraiva, 2006. 540 p. ISBN 8502034979.</a:t>
            </a:r>
          </a:p>
          <a:p>
            <a:r>
              <a:rPr lang="pt-BR" dirty="0"/>
              <a:t>MEYER, Paul L. Probabilidade, aplicações a estatística. 2. ed. Rio de Janeiro: LTC, 1995. 426 p.</a:t>
            </a:r>
          </a:p>
          <a:p>
            <a:r>
              <a:rPr lang="pt-BR" dirty="0"/>
              <a:t>BUSSAB, Wilton O. Estatística básica: métodos quantitativos. 5. ed. São Paulo: Saraiva, 2002. 526 p. ISBN 9788502034976.</a:t>
            </a:r>
          </a:p>
          <a:p>
            <a:r>
              <a:rPr lang="pt-BR" dirty="0"/>
              <a:t>SBRANA, C. Fundamentos de Probabilidade e Estatística. 1. ed. São Paulo, SP. Editora Freitas Bastos, 2025.</a:t>
            </a:r>
          </a:p>
          <a:p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3166220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de Avaliação</a:t>
            </a:r>
          </a:p>
        </p:txBody>
      </p:sp>
      <p:sp>
        <p:nvSpPr>
          <p:cNvPr id="6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382253"/>
            <a:ext cx="9601196" cy="3994484"/>
          </a:xfrm>
        </p:spPr>
        <p:txBody>
          <a:bodyPr>
            <a:normAutofit/>
          </a:bodyPr>
          <a:lstStyle/>
          <a:p>
            <a:r>
              <a:rPr lang="pt-BR" sz="2800" dirty="0"/>
              <a:t>Avaliação A1 – 10 pontos (23/09 a 29/09).</a:t>
            </a:r>
          </a:p>
          <a:p>
            <a:r>
              <a:rPr lang="pt-BR" sz="2800" dirty="0"/>
              <a:t>Avaliação A2 Trabalho – 10 pontos (25/11 a 01/12).</a:t>
            </a:r>
          </a:p>
          <a:p>
            <a:r>
              <a:rPr lang="pt-BR" sz="2800" dirty="0"/>
              <a:t>Recuperação A3 Trabalho – 10 pontos (07/12 a 12/12).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800609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ânico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1348</TotalTime>
  <Words>318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Garamond</vt:lpstr>
      <vt:lpstr>Wingdings</vt:lpstr>
      <vt:lpstr>Orgânico</vt:lpstr>
      <vt:lpstr>Estatística Para Computação</vt:lpstr>
      <vt:lpstr>Docente da Disciplina</vt:lpstr>
      <vt:lpstr>Principais Objetivos</vt:lpstr>
      <vt:lpstr>Ementa</vt:lpstr>
      <vt:lpstr>Bibliografias Recomendadas</vt:lpstr>
      <vt:lpstr>Método de Avaliação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Disciplina Princípios de Engenharia</dc:title>
  <dc:creator>Cahue Sbrana</dc:creator>
  <cp:lastModifiedBy>CAHUE SBRANA</cp:lastModifiedBy>
  <cp:revision>311</cp:revision>
  <dcterms:created xsi:type="dcterms:W3CDTF">2016-01-25T19:09:02Z</dcterms:created>
  <dcterms:modified xsi:type="dcterms:W3CDTF">2026-08-01T21:24:22Z</dcterms:modified>
</cp:coreProperties>
</file>